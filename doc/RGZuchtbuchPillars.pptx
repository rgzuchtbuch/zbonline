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00"/>
    <a:srgbClr val="99F6E4"/>
    <a:srgbClr val="0066CC"/>
    <a:srgbClr val="00CC00"/>
    <a:srgbClr val="FF9900"/>
    <a:srgbClr val="C9E5F7"/>
    <a:srgbClr val="E4F6E4"/>
    <a:srgbClr val="FFE6AA"/>
    <a:srgbClr val="9966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C4AE-4B4C-F30A-A076-B4E334C68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06E9F-0A66-F6B2-C921-7155090A7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E9291-560D-5D56-E5CA-EA600456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5C3FF-FCBF-E98A-7C87-A699711B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EFAA8-848F-9FB8-48D4-B14E3C72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99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6763-8496-1737-F53B-A28DDC7B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E82B-7C4D-A718-0778-8F961F5AE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78CFC-132D-5D9C-458C-5EDFF3E9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6329A-AC40-C5F8-7CD3-01B941AD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A6CF-1137-A8FE-8A7F-01DF95E66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975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ECA5-11BD-2FC4-CC36-0B704E2D8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CB069-B45B-1875-5B9B-B890F7A0A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E5B88-7C1F-1DF2-596A-C4CE513A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8111-5639-4311-F9E3-11BE22DA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CBCAE-6E7F-035C-B5C5-2F5E0125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62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5E16-8630-7E22-82EB-E14962B6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58DB1-26ED-B890-6E76-F628138FD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844108-A0C8-277C-1DAD-2C0F9989E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F0979-1FF1-A93C-19B8-1197D1821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82C4D-EE31-D5D7-AA96-06E9694C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1A797-320E-E17B-D293-2F01B9A1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6095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C2EA-F0D4-7938-CBAE-4DD76389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65056-82A3-2F05-9858-54D7127DB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6311F-B049-1303-F657-443A36004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75CE94-E156-C1F0-8C99-0C5A4A64B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20107-5727-ABAA-D1C9-736A6CAFC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9EED10-1DA3-9EBE-A3B3-AE51A93D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995532-15A5-AC11-AA55-44F79CBF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D68FC-E3E0-0B06-FEBD-72FF2797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068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F125-4D8E-AA0F-D5B9-F44217028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61FF8-281B-2C91-7FCF-F9D53464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FE4DE0-3F31-3C57-39D4-1362955C0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07636-3E86-07F1-786D-3DEF0E2C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0947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7C6E85-C253-8986-C18B-74DEE796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62243-79ED-FADD-72CE-C511A483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B5E27-2183-3199-87FD-2944C72F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6441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E4536-4AE2-C93F-A274-C381FA19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BAF8E-40BA-25D9-898D-EC5312FEA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90EE9-34FC-E968-13A0-9AF542DF5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EF0C3-9DF7-AF26-7E0E-B651AD6D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72390-3EE6-41BD-5194-B86EF00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7C796-3F7E-C0C4-143F-5628A3CE3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43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3C81-3E5A-0DD2-22D0-58A78034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FE5FC-B12F-C461-389F-2B9019976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B5BCC-1D7D-45B2-DF35-5FFAFC83E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C5CCD-134F-7AC3-C5FB-CBB2FD19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28E44-E3F5-BB19-1B11-FDB23C8B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8E3E92-2EEE-8E7F-623B-89241230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08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E1A9-2C29-2508-DB39-C66957CC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00D270-C370-B4E0-D0F3-1B6258BD1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A74A5-DCE4-34C4-3C05-4E7577D4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AFE60-2101-2BCE-12F8-6D2972F3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AC036-F272-29EF-E19E-89FB4BD66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42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687F6-76AD-CC20-1BEB-EAC0D1973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4D04B-6223-C8C3-B8F5-E3DEE2946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79A2D-77E7-5DD3-4EB6-C73AA79E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6CA43-86BF-2CA5-5B2F-9E436C68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9ACB-BF98-A667-A8AA-515735BD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630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05F17-D234-2BBB-96E8-CE533651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9C854-7689-7597-CEC5-59EB0CBD7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1E319-1084-0FC2-1C7A-7CEBF6474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86804-F2D7-4BD6-BFDF-0DE43FD6B041}" type="datetimeFigureOut">
              <a:rPr lang="de-DE" smtClean="0"/>
              <a:t>29.07.2025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4C43B-2929-4555-0C58-5B8F33A18D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5B3F-22E3-C74F-704C-DBAA9016E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463DF-AA46-4543-A11A-84BE1CF3DB3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16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2F5560-7156-305E-C869-2FE2923CC4EE}"/>
              </a:ext>
            </a:extLst>
          </p:cNvPr>
          <p:cNvSpPr/>
          <p:nvPr/>
        </p:nvSpPr>
        <p:spPr>
          <a:xfrm>
            <a:off x="3406230" y="2416276"/>
            <a:ext cx="1288457" cy="2617840"/>
          </a:xfrm>
          <a:prstGeom prst="roundRect">
            <a:avLst>
              <a:gd name="adj" fmla="val 2931"/>
            </a:avLst>
          </a:prstGeom>
          <a:solidFill>
            <a:srgbClr val="FFE6AA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Legen</a:t>
            </a:r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8AB91A6-760E-7940-A872-0C701ED4DC62}"/>
              </a:ext>
            </a:extLst>
          </p:cNvPr>
          <p:cNvSpPr/>
          <p:nvPr/>
        </p:nvSpPr>
        <p:spPr>
          <a:xfrm>
            <a:off x="5645743" y="2416276"/>
            <a:ext cx="1288457" cy="2617840"/>
          </a:xfrm>
          <a:prstGeom prst="roundRect">
            <a:avLst>
              <a:gd name="adj" fmla="val 2931"/>
            </a:avLst>
          </a:prstGeom>
          <a:solidFill>
            <a:srgbClr val="E4F6E4"/>
          </a:solidFill>
          <a:ln>
            <a:solidFill>
              <a:srgbClr val="00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Bruten</a:t>
            </a:r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EF3FE7-CB3B-9472-FF09-F43C155075BE}"/>
              </a:ext>
            </a:extLst>
          </p:cNvPr>
          <p:cNvSpPr/>
          <p:nvPr/>
        </p:nvSpPr>
        <p:spPr>
          <a:xfrm>
            <a:off x="7886647" y="2416276"/>
            <a:ext cx="1288457" cy="2617840"/>
          </a:xfrm>
          <a:prstGeom prst="roundRect">
            <a:avLst>
              <a:gd name="adj" fmla="val 2931"/>
            </a:avLst>
          </a:prstGeom>
          <a:solidFill>
            <a:srgbClr val="C9E5F7"/>
          </a:solidFill>
          <a:ln>
            <a:solidFill>
              <a:srgbClr val="0066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Schauen</a:t>
            </a:r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D0B433-CE82-2642-5BF9-C756ED59E51E}"/>
              </a:ext>
            </a:extLst>
          </p:cNvPr>
          <p:cNvSpPr/>
          <p:nvPr/>
        </p:nvSpPr>
        <p:spPr>
          <a:xfrm>
            <a:off x="2516625" y="5294670"/>
            <a:ext cx="7516167" cy="820995"/>
          </a:xfrm>
          <a:prstGeom prst="roundRect">
            <a:avLst/>
          </a:prstGeom>
          <a:solidFill>
            <a:srgbClr val="99F6E4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3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Abstammung</a:t>
            </a:r>
            <a:endParaRPr lang="de-DE" sz="3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C97278-FB60-AD2A-785D-05E641C0CBE0}"/>
              </a:ext>
            </a:extLst>
          </p:cNvPr>
          <p:cNvSpPr/>
          <p:nvPr/>
        </p:nvSpPr>
        <p:spPr>
          <a:xfrm>
            <a:off x="2718188" y="5034117"/>
            <a:ext cx="7143568" cy="260554"/>
          </a:xfrm>
          <a:prstGeom prst="roundRect">
            <a:avLst/>
          </a:prstGeom>
          <a:solidFill>
            <a:srgbClr val="99F6E4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Zu </a:t>
            </a:r>
            <a:r>
              <a:rPr lang="en-NL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Leistungen</a:t>
            </a:r>
            <a:endParaRPr lang="de-DE" sz="20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E8D455-366A-2469-BC26-A994A7E59D24}"/>
              </a:ext>
            </a:extLst>
          </p:cNvPr>
          <p:cNvSpPr/>
          <p:nvPr/>
        </p:nvSpPr>
        <p:spPr>
          <a:xfrm>
            <a:off x="2516625" y="1983656"/>
            <a:ext cx="7516166" cy="432620"/>
          </a:xfrm>
          <a:prstGeom prst="roundRect">
            <a:avLst/>
          </a:prstGeom>
          <a:solidFill>
            <a:srgbClr val="99F6E4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Trägt</a:t>
            </a:r>
            <a:endParaRPr lang="de-DE" sz="1600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A9F64D9-0655-66B5-B5E1-0BDE90598748}"/>
              </a:ext>
            </a:extLst>
          </p:cNvPr>
          <p:cNvSpPr/>
          <p:nvPr/>
        </p:nvSpPr>
        <p:spPr>
          <a:xfrm>
            <a:off x="2555240" y="653844"/>
            <a:ext cx="7432040" cy="1329812"/>
          </a:xfrm>
          <a:prstGeom prst="triangle">
            <a:avLst/>
          </a:prstGeom>
          <a:solidFill>
            <a:srgbClr val="99F6E4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 Rounded MT Bold" panose="020F0704030504030204" pitchFamily="34" charset="0"/>
              </a:rPr>
              <a:t>Rassegeflügelzucht</a:t>
            </a:r>
            <a:endParaRPr lang="de-DE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E1AC4B-A99B-D566-43B3-CE0CF896BC26}"/>
              </a:ext>
            </a:extLst>
          </p:cNvPr>
          <p:cNvSpPr/>
          <p:nvPr/>
        </p:nvSpPr>
        <p:spPr>
          <a:xfrm>
            <a:off x="2516625" y="1983656"/>
            <a:ext cx="7516166" cy="78578"/>
          </a:xfrm>
          <a:prstGeom prst="rect">
            <a:avLst/>
          </a:prstGeom>
          <a:solidFill>
            <a:srgbClr val="99F6E4"/>
          </a:solidFill>
          <a:ln>
            <a:solidFill>
              <a:srgbClr val="6699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70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Eelco Jannink</dc:creator>
  <cp:lastModifiedBy>Eelco Jannink</cp:lastModifiedBy>
  <cp:revision>1</cp:revision>
  <dcterms:created xsi:type="dcterms:W3CDTF">2025-07-29T17:40:00Z</dcterms:created>
  <dcterms:modified xsi:type="dcterms:W3CDTF">2025-07-29T19:30:58Z</dcterms:modified>
</cp:coreProperties>
</file>